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F6B2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164592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屯象OS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连锁餐饮 AI 经营决策系统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让每家店的数据变成利润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2A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屯象科技（长沙）  |  2026年3月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商户对接产品介绍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连锁餐饮老板的四大痛点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损耗失控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食材损耗率居高不下，每月浪费数万元却找不到根因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6002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?!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57607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数据散落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6072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POS、外卖、会员等多系统数据孤岛，看不清真实经营状况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417320"/>
          </a:xfrm>
          <a:prstGeom prst="rect">
            <a:avLst/>
          </a:prstGeom>
          <a:solidFill>
            <a:srgbClr val="4A5B6D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291840"/>
            <a:ext cx="594360" cy="594360"/>
          </a:xfrm>
          <a:prstGeom prst="ellipse">
            <a:avLst/>
          </a:prstGeom>
          <a:solidFill>
            <a:srgbClr val="4A5B6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155448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管理靠巡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老板不到店就不放心，全凭经验判断，无法远程掌控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54864" cy="1417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29184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576072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决策拍脑袋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76072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排班、采购、促销全凭感觉，试错成本高、反应慢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B1A2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中国连锁餐饮行业平均食材损耗率 5-8%，每降低 1% = 直接利润提升数万元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屯象OS 是什么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32A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架在现有 POS 之上的 AI 经营中间件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不替换你的收银系统，而是让散落各处的数据变成「可执行的智能」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34840" y="2514600"/>
            <a:ext cx="274320" cy="320040"/>
          </a:xfrm>
          <a:prstGeom prst="rect">
            <a:avLst/>
          </a:prstGeom>
          <a:solidFill>
            <a:srgbClr val="FF6B2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3429000"/>
            <a:ext cx="274320" cy="320040"/>
          </a:xfrm>
          <a:prstGeom prst="rect">
            <a:avLst/>
          </a:prstGeom>
          <a:solidFill>
            <a:srgbClr val="FF6B2C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4A5B6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657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你现有的系统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657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品智 / 天财 / 奥琦玮 / 美团 / 客如云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solidFill>
            <a:srgbClr val="FF6B2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屯象OS 智能层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10个AI Agent  |  自动决策  |  企微推送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1828800"/>
            <a:ext cx="6400800" cy="640080"/>
          </a:xfrm>
          <a:prstGeom prst="rect">
            <a:avLst/>
          </a:prstGeom>
          <a:solidFill>
            <a:srgbClr val="1A8C6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老板 / 店长 / 厨师长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手机端 · 企业微信 · 一键操作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不动你一台收银机，7天完成数据接入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核心价值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solidFill>
            <a:srgbClr val="0B1A2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每年帮你多赚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¥300,000+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成本率降低 2 个百分点，损耗减少 30%+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食材成本率降低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损耗金额减少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目标续费率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8720" y="315468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看得见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每日利润快报，成本率实时追踪，老板手机随时看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9748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315468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283464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管得住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损耗自动归因，异常即时推送，问题当天解决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15468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90" dirty="0"/>
          </a:p>
        </p:txBody>
      </p:sp>
      <p:sp>
        <p:nvSpPr>
          <p:cNvPr id="27" name="Text 25"/>
          <p:cNvSpPr/>
          <p:nvPr/>
        </p:nvSpPr>
        <p:spPr>
          <a:xfrm>
            <a:off x="498348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能落地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8348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AI建议直达企微，一键审批执行，决策不过夜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315468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90" dirty="0"/>
          </a:p>
        </p:txBody>
      </p:sp>
      <p:sp>
        <p:nvSpPr>
          <p:cNvPr id="32" name="Text 30"/>
          <p:cNvSpPr/>
          <p:nvPr/>
        </p:nvSpPr>
        <p:spPr>
          <a:xfrm>
            <a:off x="71323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可迭代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月度经营报告，数据越多越准，越用越聪明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十大核心功能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07008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数据自动采集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801368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56816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892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每日利润快报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551176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706624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426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损耗 Top5 排名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3300984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56432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3924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决策型企微推送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4050792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142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一键审批采购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1207008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143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配方管理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77840" y="1801368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956816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1892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成本率趋势图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77840" y="2551176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2706624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26426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异常告警推送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77840" y="3300984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3456432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77840" y="33924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月度经营报告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77840" y="4050792"/>
            <a:ext cx="3200400" cy="0"/>
          </a:xfrm>
          <a:prstGeom prst="line">
            <a:avLst/>
          </a:prstGeom>
          <a:noFill/>
          <a:ln w="6350">
            <a:solidFill>
              <a:srgbClr val="4A5B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420624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77840" y="4142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离线基础查询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每日利润快报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老板每天 30 秒看清生意状态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4114800" cy="457200"/>
          </a:xfrm>
          <a:prstGeom prst="rect">
            <a:avLst/>
          </a:prstGeom>
          <a:solidFill>
            <a:srgbClr val="0B1A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2026年3月14日  经营简报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¥38,520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昨日营业额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907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食材成本率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06624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¥1,850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06624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损耗金额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94176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94176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翻台率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365760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昨日营收 ¥38,520（较上周同日 +8.2%），食材成本率 31.2% 处于正常区间。损耗 Top1「三文鱼」超标 ¥620，建议今日采购量减 15%。翻台率 3.2 次，高于品牌均值。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840480"/>
            <a:ext cx="3657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日成本率趋势  ▁▂▃▂▁▂▃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444752"/>
            <a:ext cx="320040" cy="32004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经营叙事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664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系统用自然语言讲故事，不是让你查报表。200字看清昨天生意全貌。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313432"/>
            <a:ext cx="320040" cy="32004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门店健康指数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532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维度加权评分（0-100），红/黄/绿一目了然，多店排名秒级呈现。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182112"/>
            <a:ext cx="320040" cy="32004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企微直推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34015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 08:00 推送到企业微信，不用打开任何 APP，手机即看。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4050792"/>
            <a:ext cx="320040" cy="32004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异常高亮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2702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成本超标、损耗异常自动红色标注，只关注需要行动的问题。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损耗追踪 + 成本管控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每一分钱的浪费都有归因，每一个建议都带 ¥ 金额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41148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本周损耗 Top5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三文鱼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¥2,180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预估过高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¥1,520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超标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01752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971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虾仁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971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¥980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临期报废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5204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474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474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¥650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存储不当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3977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3977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¥420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0896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订多了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4434840"/>
            <a:ext cx="3657600" cy="9144"/>
          </a:xfrm>
          <a:prstGeom prst="rect">
            <a:avLst/>
          </a:prstGeom>
          <a:solidFill>
            <a:srgbClr val="4A5B6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本周总损耗  ¥5,750  |  占营收 2.4%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1417320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532120" y="1353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自动采集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销售数据 + 库存盘点 + BOM 标准配方，三方交叉比对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2130552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2120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智能归因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2359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自动分析损耗原因：预估过高？BOM 超标？存储问题？过期报废？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2843784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532120" y="2779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 量化影响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32120" y="3072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每种食材的损耗转化为 ¥ 金额，按占比排序，聚焦最大浪费点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3557016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553212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建议行动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32120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具体可执行建议：「三文鱼明日采购减 15%，预计节省 ¥320」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0" y="4270248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53212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效果验证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532120" y="4498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小时后自动回访：建议执行了吗？成本率真的降了吗？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决策推送  企业微信直达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2011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08:00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晨推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 Top3 经营决策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含预期节省 ¥ 金额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1965960" cy="2011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1887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12:00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午推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异常告警推送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仅在有问题时才推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1965960" cy="2011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88720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17:30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战前推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晚市备战建议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库存/人力/备料提醒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188720"/>
            <a:ext cx="1965960" cy="2011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18872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20:30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4088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晚推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今日经营简报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字 AI 叙事总结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132A33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474720"/>
            <a:ext cx="54864" cy="8229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520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决策型推送原则：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每条推送必须包含：建议动作 + 预期 ¥ 影响 + 置信度 + 一键操作按钮。纯信息不推送。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老板收到推送  →  看到建议 + ¥金额  →  点击「确认执行」 →  48h 后收到效果反馈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按角色量身定制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每个人只看自己最需要的信息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1965960" cy="50292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老板 / 总部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874520"/>
            <a:ext cx="777240" cy="256032"/>
          </a:xfrm>
          <a:prstGeom prst="rect">
            <a:avLst/>
          </a:prstGeom>
          <a:solidFill>
            <a:srgbClr val="FF6B2C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441448"/>
            <a:ext cx="164592" cy="164592"/>
          </a:xfrm>
          <a:prstGeom prst="rect">
            <a:avLst/>
          </a:prstGeom>
          <a:solidFill>
            <a:srgbClr val="FF6B2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多店健康度排名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16936"/>
            <a:ext cx="164592" cy="164592"/>
          </a:xfrm>
          <a:prstGeom prst="rect">
            <a:avLst/>
          </a:prstGeom>
          <a:solidFill>
            <a:srgbClr val="FF6B2C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成本率趋势对比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392424"/>
            <a:ext cx="164592" cy="164592"/>
          </a:xfrm>
          <a:prstGeom prst="rect">
            <a:avLst/>
          </a:prstGeom>
          <a:solidFill>
            <a:srgbClr val="FF6B2C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82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Top3 决策建议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867912"/>
            <a:ext cx="164592" cy="164592"/>
          </a:xfrm>
          <a:prstGeom prst="rect">
            <a:avLst/>
          </a:prstGeom>
          <a:solidFill>
            <a:srgbClr val="FF6B2C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月度经营报告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43400"/>
            <a:ext cx="164592" cy="164592"/>
          </a:xfrm>
          <a:prstGeom prst="rect">
            <a:avLst/>
          </a:prstGeom>
          <a:solidFill>
            <a:srgbClr val="FF6B2C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33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 ROI 汇总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128016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1280160"/>
            <a:ext cx="1965960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店长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154680" y="1874520"/>
            <a:ext cx="777240" cy="256032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2441448"/>
            <a:ext cx="164592" cy="16459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每日利润快报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2916936"/>
            <a:ext cx="164592" cy="16459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今日人力建议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3392424"/>
            <a:ext cx="164592" cy="16459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3282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损耗 Top5 排名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867912"/>
            <a:ext cx="164592" cy="16459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一键审批采购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4343400"/>
            <a:ext cx="164592" cy="16459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17520" y="4233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告警阈值配置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128016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280160"/>
            <a:ext cx="196596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厨师长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03520" y="1874520"/>
            <a:ext cx="777240" cy="256032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2441448"/>
            <a:ext cx="164592" cy="16459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配方管理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2916936"/>
            <a:ext cx="164592" cy="16459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食材成本分析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92040" y="3392424"/>
            <a:ext cx="164592" cy="16459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282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库存预警提醒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3867912"/>
            <a:ext cx="164592" cy="16459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出品质检记录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4343400"/>
            <a:ext cx="164592" cy="16459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166360" y="4233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采购量建议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0" y="128016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58000" y="1280160"/>
            <a:ext cx="19659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楼面经理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452360" y="1874520"/>
            <a:ext cx="77724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45236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平板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40880" y="2441448"/>
            <a:ext cx="164592" cy="16459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排队叫号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040880" y="2916936"/>
            <a:ext cx="164592" cy="16459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预订管理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40880" y="3392424"/>
            <a:ext cx="164592" cy="16459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0" y="3282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服务质量追踪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040880" y="3867912"/>
            <a:ext cx="164592" cy="16459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宴会销售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40880" y="4343400"/>
            <a:ext cx="164592" cy="164592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0" y="4233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客户反馈处理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主流 POS 系统全覆盖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API 对接，不碰你的收银数据库，安全合规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73152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品智 POS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尝在一起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931920" cy="73152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688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天财商龙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通用适配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931920" cy="73152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2900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奥琦玮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474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徐记海鲜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508760"/>
            <a:ext cx="3931920" cy="73152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50876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美团 SaaS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外卖 + 等位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3931920" cy="73152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4688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2514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预订管理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3931920" cy="73152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42900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429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客如云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3474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基础集成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备选方案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132A3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POS 系统接入周期：2-4 周  |  已有适配器：7 天内完成数据打通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天极速接入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194560"/>
            <a:ext cx="6949440" cy="0"/>
          </a:xfrm>
          <a:prstGeom prst="line">
            <a:avLst/>
          </a:prstGeom>
          <a:noFill/>
          <a:ln w="38100">
            <a:solidFill>
              <a:srgbClr val="FF6B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签约 + 配置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1371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651760"/>
            <a:ext cx="54864" cy="146304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确认POS系统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开通API权限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配置门店信息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2011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2-3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数据接入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2651760"/>
            <a:ext cx="1371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40280" y="265176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2743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POS数据自动拉取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历史订单回灌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菜品BOM录入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4-5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学习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2651760"/>
            <a:ext cx="1371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77640" y="2651760"/>
            <a:ext cx="54864" cy="1463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2743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系统学习经营规律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建立门店记忆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校准预测模型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企微对接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2651760"/>
            <a:ext cx="1371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15000" y="2651760"/>
            <a:ext cx="54864" cy="1463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2743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绑定企业微信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配置推送角色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配置告警阈值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2011680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523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正式上线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52360" y="2651760"/>
            <a:ext cx="1371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52360" y="2651760"/>
            <a:ext cx="54864" cy="146304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743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首次晨推送达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店长培训30min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开始创造价值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B1A2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全程有专人陪跑  |  不需要你的 IT 部门介入  |  接入后 30 天内免费调优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投资回报测算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5 家门店、月均营业额 ¥50 万 / 店为例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219456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solidFill>
            <a:srgbClr val="4A5B6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接入前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食材成本率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148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月度损耗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5328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¥25,000 / 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决策响应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916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次日甚至更晚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数据可见性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300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月底才知道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840480" cy="219456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接入后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食材成本率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148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33%  ↓2%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月度损耗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532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¥17,500 / 店  ↓30%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决策响应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9169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当天 30 秒内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数据可见性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300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 + 每日推送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solidFill>
            <a:srgbClr val="FF6B2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¥300K+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年度节省金额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10x+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320040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投资回报率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30天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见效周期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个 AI Agent 协同工作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Agent 专精一个领域，协同配合形成完整经营决策闭环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554480" cy="54864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08760"/>
            <a:ext cx="548640" cy="54864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订单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异常检测·分析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12801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280160"/>
            <a:ext cx="1554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2587752" y="15087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258775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084832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库存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84832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预警·补货建议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03904" y="12801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03904" y="1280160"/>
            <a:ext cx="15544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306824" y="150876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30682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803904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排班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03904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客流驱动排班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22976" y="12801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22976" y="128016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025896" y="15087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02589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522976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绩效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22976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KPI·评分·排名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12801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42048" y="1280160"/>
            <a:ext cx="1554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744968" y="150876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774496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242048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决策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42048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Top3 建议聚合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108960"/>
            <a:ext cx="1554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36576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人力 Agent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成本优化·留存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84832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84832" y="310896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2587752" y="3337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258775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2084832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私域 Agent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084832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会员·RFM·复购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03904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03904" y="3108960"/>
            <a:ext cx="1554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8" name="Shape 46"/>
          <p:cNvSpPr/>
          <p:nvPr/>
        </p:nvSpPr>
        <p:spPr>
          <a:xfrm>
            <a:off x="4306824" y="3337560"/>
            <a:ext cx="548640" cy="5486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9" name="Text 47"/>
          <p:cNvSpPr/>
          <p:nvPr/>
        </p:nvSpPr>
        <p:spPr>
          <a:xfrm>
            <a:off x="4306824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3803904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供应商 Agent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803904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比价·风控·寻源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22976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522976" y="3108960"/>
            <a:ext cx="1554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4" name="Shape 52"/>
          <p:cNvSpPr/>
          <p:nvPr/>
        </p:nvSpPr>
        <p:spPr>
          <a:xfrm>
            <a:off x="6025896" y="33375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5" name="Text 53"/>
          <p:cNvSpPr/>
          <p:nvPr/>
        </p:nvSpPr>
        <p:spPr>
          <a:xfrm>
            <a:off x="6025896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5522976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 Agent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522976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出品链联动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42048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242048" y="3108960"/>
            <a:ext cx="1554480" cy="54864"/>
          </a:xfrm>
          <a:prstGeom prst="rect">
            <a:avLst/>
          </a:prstGeom>
          <a:solidFill>
            <a:srgbClr val="4A5B6D"/>
          </a:solidFill>
          <a:ln/>
        </p:spPr>
      </p:sp>
      <p:sp>
        <p:nvSpPr>
          <p:cNvPr id="60" name="Shape 58"/>
          <p:cNvSpPr/>
          <p:nvPr/>
        </p:nvSpPr>
        <p:spPr>
          <a:xfrm>
            <a:off x="7744968" y="3337560"/>
            <a:ext cx="548640" cy="548640"/>
          </a:xfrm>
          <a:prstGeom prst="ellipse">
            <a:avLst/>
          </a:prstGeom>
          <a:solidFill>
            <a:srgbClr val="4A5B6D"/>
          </a:solidFill>
          <a:ln/>
        </p:spPr>
      </p:sp>
      <p:sp>
        <p:nvSpPr>
          <p:cNvPr id="61" name="Text 59"/>
          <p:cNvSpPr/>
          <p:nvPr/>
        </p:nvSpPr>
        <p:spPr>
          <a:xfrm>
            <a:off x="7744968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7242048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质检 Agent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42048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质量·合规检查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为什么选择屯象OS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86868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年餐饮数字化积累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深耕湖南餐饮行业，深度理解连锁经营的真实痛点。不是做通用 SaaS 的团队来试水，而是餐饮人为餐饮人打造。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868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原生，不是报表堆砌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2432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不只是让你看数据，而是告诉你该做什么。10个专业 AI Agent 协同工作，每条建议都带金额、置信度和一键操作。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86868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54864" cy="868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不替换，只增强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67588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不动你现有的 POS 和管理系统。屯象OS 是中间层——接入现有系统，输出可执行智能。切换成本为零。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solidFill>
            <a:srgbClr val="132A3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系统适配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6032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功能页面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3300+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731520"/>
            <a:ext cx="73152" cy="109728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731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开始创造利润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让每家门店的数据变成真金白银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5943600" cy="59436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2194560"/>
            <a:ext cx="54864" cy="5943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228600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260604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预约 Demo 演示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487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分钟了解屯象OS 如何为你的门店创造价值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971800"/>
            <a:ext cx="5943600" cy="59436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0" y="2971800"/>
            <a:ext cx="54864" cy="5943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306324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260604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确认 POS 对接方案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06040" y="3264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我们评估你的系统环境，制定最优接入路径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749040"/>
            <a:ext cx="5943600" cy="594360"/>
          </a:xfrm>
          <a:prstGeom prst="rect">
            <a:avLst/>
          </a:prstGeom>
          <a:solidFill>
            <a:srgbClr val="132A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0" y="3749040"/>
            <a:ext cx="54864" cy="5943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384048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260604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天极速上线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0604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专人陪跑，从签约到首条推送仅需一周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FF6B2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屯象科技（长沙）  |  联系人：微了一  |  tunxiangos.cn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屯象OS - 连锁餐饮AI经营决策系统</dc:title>
  <dc:subject>PptxGenJS Presentation</dc:subject>
  <dc:creator>屯象科技（长沙）</dc:creator>
  <cp:lastModifiedBy>屯象科技（长沙）</cp:lastModifiedBy>
  <cp:revision>1</cp:revision>
  <dcterms:created xsi:type="dcterms:W3CDTF">2026-03-15T08:45:33Z</dcterms:created>
  <dcterms:modified xsi:type="dcterms:W3CDTF">2026-03-15T08:45:33Z</dcterms:modified>
</cp:coreProperties>
</file>